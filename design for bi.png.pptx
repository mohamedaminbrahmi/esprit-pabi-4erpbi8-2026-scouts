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2C7"/>
    <a:srgbClr val="555300"/>
    <a:srgbClr val="D6D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CC70-EDEC-627E-93B0-DB86BAFFE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415E2-D7E8-3F47-046E-A437766FD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60FC8-399C-B81A-E862-3200CBAB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D0222-C33C-6F64-1DF0-B42EE1F05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429C9-9B99-8EF7-ED02-F066D330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8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2F97-2374-40AF-344D-DC18C366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703B2-779F-D525-97E6-65F835895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8C97A-990C-FED5-C5C4-4284A619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C3651-A9DD-2D78-BE19-708AB812D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A346-BCC3-EFC6-43AA-7DD04E2D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5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22493-5547-13FC-B757-190471F5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5E303-7181-8F00-13E0-8F73A7E3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012AC-A135-5F64-25CB-C8600E3A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F8718-B769-E611-BA52-D1BA90BCE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58E3-1A5B-5AA4-8438-E9089394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86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2ED-128B-7D4B-B8C1-616A6B5C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1517-F596-8515-5CA3-53A61D18A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3B800-CA1E-AD45-C30A-B0EDA74BE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3C7F7-9B08-E0A2-106B-6EE060F6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62ED7-5970-C684-6139-AB32F0A6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3F7C2-9AAB-7CA7-09F4-141A898B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CA01D-0B21-FAA7-8E88-867C9109A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2DEC4-C0CF-2B38-2D70-AC4AC14FF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639FD-371D-8B24-9B46-5170DA19E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1FD9D-26C0-040C-0876-F225EB530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F2570-D2BD-8051-EE9E-0252B6073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94FD0-1DE6-BFB6-C759-7A7D07B4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58944-0DF9-3712-22E2-8DD76F8C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C36DD-9674-3B18-8ACD-B91D9AB3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5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58F1-70AF-514A-579A-DCE4BD9F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6355C-A1BC-14AA-E239-99B91D76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F60D9-C8E3-2684-C0B3-7C232BE2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B9B1B-242E-E44A-14E5-90126CDF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9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ED8A3-662A-241C-22A0-A66834D7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48DB6-3B30-CC00-2B8A-9FBA7169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2D781-C093-79B0-D461-5F60F409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3518-FE4F-3DF6-BC98-2D35D38C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058F-6BE9-1C3D-B849-58FAB5AA1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011C3-CB22-8DF3-1919-6F5F30BD3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1F3B8-29FC-14E1-7FAB-B8755458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B2F56-FADA-6D20-34AE-E111A0D8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78676-9649-61A6-89E3-3D2E1518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EB50-F084-3F3A-5C0F-78670781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9DF9D-5F3F-3D26-F8F2-8263F15E6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C2852-ABF2-B7E5-C260-CFA8C168D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31A92-2960-6229-A736-42193C5E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3B131-8757-2173-ABF6-1D7C01EB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791B0-98C3-4786-C7AA-C7BD120E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9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C7F1-237F-347C-3DCD-EA171F56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0D1C7-64F0-CEF0-C03C-C8E801C90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2A46A-31FD-75CD-362B-05D238AF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3C8EB-69A4-890D-A4B5-39F20D71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B4CA0-DE26-DE43-8B99-1E9E96BC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7534B-F290-F6BE-4258-0E42D39FA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E59D8-5DB2-72CC-8BEF-BE4A99F9B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ABE52-FB43-FCA1-E327-09330C37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C91C6-9133-7D74-4475-5374012C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0B00D-FFD1-87BE-FA58-68B43BDA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0A7253-56FA-E579-F2C5-DFDACAFD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DEE2-DA42-0056-6632-E47099FF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49D34-9338-6423-35C7-C0CD6D9A1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47898-F605-46BD-9BE3-62B02748890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9A136-175E-654F-6B12-1684035BE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E90FD-80DE-CF53-3E39-9F8F8FB6F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8062E-E316-4CFD-A7D1-DBDE59A5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9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E3D7AE-4C99-845D-0546-77779D839713}"/>
              </a:ext>
            </a:extLst>
          </p:cNvPr>
          <p:cNvSpPr/>
          <p:nvPr/>
        </p:nvSpPr>
        <p:spPr>
          <a:xfrm>
            <a:off x="0" y="1"/>
            <a:ext cx="12192000" cy="1026578"/>
          </a:xfrm>
          <a:prstGeom prst="rect">
            <a:avLst/>
          </a:prstGeom>
          <a:solidFill>
            <a:srgbClr val="555300"/>
          </a:solidFill>
          <a:ln>
            <a:solidFill>
              <a:srgbClr val="555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C5FECD-287B-DD79-D6CB-DCDF2758AB8B}"/>
              </a:ext>
            </a:extLst>
          </p:cNvPr>
          <p:cNvSpPr/>
          <p:nvPr/>
        </p:nvSpPr>
        <p:spPr>
          <a:xfrm>
            <a:off x="0" y="1026579"/>
            <a:ext cx="12192000" cy="1096241"/>
          </a:xfrm>
          <a:prstGeom prst="rect">
            <a:avLst/>
          </a:prstGeom>
          <a:solidFill>
            <a:srgbClr val="D6D2C7"/>
          </a:solidFill>
          <a:ln>
            <a:solidFill>
              <a:srgbClr val="D6D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6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 amin brahmi</dc:creator>
  <cp:lastModifiedBy>med amin brahmi</cp:lastModifiedBy>
  <cp:revision>1</cp:revision>
  <dcterms:created xsi:type="dcterms:W3CDTF">2026-02-26T11:15:38Z</dcterms:created>
  <dcterms:modified xsi:type="dcterms:W3CDTF">2026-02-26T12:15:24Z</dcterms:modified>
</cp:coreProperties>
</file>